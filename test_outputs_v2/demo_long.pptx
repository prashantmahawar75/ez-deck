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covers the key points from the document 'Q3 2025 Performance Report'.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we will cover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CompetitorA leads with 32% share (32). Net Revenue Retention outperforms Monthly churn rate by 98.3x (118 vs 1.2).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Revenue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 Revenue Retention leads in Key Metrics at 118. Net Revenue Retention outperforms Monthly churn rate by 98.3x (118 vs 1.2).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Product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Platform 3.0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AI Features Beta.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CompetitorA leads with 32% share (32). CompetitorA leads CompetitorB by 28% (7 difference). Us (EZ-Deck) leads in Growth Rate at 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Financial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Team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Strategic Priorities for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shows data related to Risks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top takeaways from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87667" y="1920240"/>
            <a:ext cx="73152" cy="24003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87" y="1714500"/>
            <a:ext cx="10759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Q3 2025 Performance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7" y="3977639"/>
            <a:ext cx="7851451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AABBCC"/>
                </a:solidFill>
                <a:latin typeface="Calibri"/>
              </a:rPr>
              <a:t>A 373-word document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Key Metrics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Product Development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Platform 3.0 Launch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AI Features Beta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Market Position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Financial Outlook</a:t>
            </a:r>
          </a:p>
        </p:txBody>
      </p:sp>
      <p:sp>
        <p:nvSpPr>
          <p:cNvPr id="18" name="Oval 17"/>
          <p:cNvSpPr/>
          <p:nvPr/>
        </p:nvSpPr>
        <p:spPr>
          <a:xfrm>
            <a:off x="670547" y="58041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8915" y="58041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Team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369313"/>
            <a:ext cx="56081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4F81BD"/>
                </a:solidFill>
                <a:latin typeface="Calibri"/>
              </a:rPr>
              <a:t>$4.2M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7" y="2558034"/>
            <a:ext cx="56081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  <a:latin typeface="Calibri"/>
              </a:rPr>
              <a:t>KEY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87" y="2923794"/>
            <a:ext cx="4486543" cy="3657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7" y="32438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07" y="31981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CompetitorA leads with 32% share (32)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7" y="39296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07" y="38839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Net Revenue Retention outperforms Monthly churn rate by 98.3x (118 vs 1.2)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7" y="46154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07" y="456971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Net Revenue Retention leads in Key Metrics at 118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987" y="53012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307" y="525551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Us (EZ-Deck) leads in Growth Rate at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Revenue Overview</a:t>
            </a:r>
          </a:p>
        </p:txBody>
      </p:sp>
      <p:pic>
        <p:nvPicPr>
          <p:cNvPr id="3" name="bar_chart" descr="Bar chart: Revenue Over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Metrics</a:t>
            </a:r>
          </a:p>
        </p:txBody>
      </p:sp>
      <p:pic>
        <p:nvPicPr>
          <p:cNvPr id="3" name="bar_chart" descr="Bar chart: Key Metr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The engineering team shipped three major releases…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Platform 3.0 Launch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0547" y="1552194"/>
            <a:ext cx="10850599" cy="4197096"/>
          </a:xfrm>
          <a:prstGeom prst="roundRect">
            <a:avLst/>
          </a:prstGeom>
          <a:solidFill>
            <a:srgbClr val="DF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547" y="1552194"/>
            <a:ext cx="1085059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7707" y="1826514"/>
            <a:ext cx="10576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2E86AB"/>
                </a:solidFill>
                <a:latin typeface="Calibri"/>
              </a:rPr>
              <a:t>45%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07" y="3106674"/>
            <a:ext cx="1057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4444"/>
                </a:solidFill>
                <a:latin typeface="Calibri"/>
              </a:rPr>
              <a:t>PERCENTAGE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AI Features Beta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87% user satisfaction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Average 3.2 hours saved per week per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12 enterprise customers in pilot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Market Position</a:t>
            </a:r>
          </a:p>
        </p:txBody>
      </p:sp>
      <p:pic>
        <p:nvPicPr>
          <p:cNvPr id="3" name="bar_chart" descr="Bar chart: Market Posi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Financial Outlook</a:t>
            </a:r>
          </a:p>
        </p:txBody>
      </p:sp>
      <p:pic>
        <p:nvPicPr>
          <p:cNvPr id="3" name="bar_chart" descr="Bar chart: Financial Outl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Team Growth</a:t>
            </a:r>
          </a:p>
        </p:txBody>
      </p:sp>
      <p:pic>
        <p:nvPicPr>
          <p:cNvPr id="3" name="bar_chart" descr="Bar chart: Team Grow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Priorities for Q4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7667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Launch AI assistant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to general availability</a:t>
            </a:r>
          </a:p>
        </p:txBody>
      </p:sp>
      <p:sp>
        <p:nvSpPr>
          <p:cNvPr id="4" name="Oval 3"/>
          <p:cNvSpPr/>
          <p:nvPr/>
        </p:nvSpPr>
        <p:spPr>
          <a:xfrm>
            <a:off x="1438643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73667" y="3856481"/>
            <a:ext cx="414471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64454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Expand into European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market (UK and Germany first)</a:t>
            </a:r>
          </a:p>
        </p:txBody>
      </p:sp>
      <p:sp>
        <p:nvSpPr>
          <p:cNvPr id="7" name="Oval 6"/>
          <p:cNvSpPr/>
          <p:nvPr/>
        </p:nvSpPr>
        <p:spPr>
          <a:xfrm>
            <a:off x="4415430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50454" y="3856481"/>
            <a:ext cx="414471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1240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Achieve SOC 2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Type II certification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7392216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7240" y="3856481"/>
            <a:ext cx="414471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027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Close Series B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funding round at $25M target</a:t>
            </a:r>
          </a:p>
        </p:txBody>
      </p:sp>
      <p:sp>
        <p:nvSpPr>
          <p:cNvPr id="13" name="Oval 12"/>
          <p:cNvSpPr/>
          <p:nvPr/>
        </p:nvSpPr>
        <p:spPr>
          <a:xfrm>
            <a:off x="10369003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900933"/>
          <a:ext cx="1121635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2898"/>
                <a:gridCol w="1068224"/>
                <a:gridCol w="1958411"/>
                <a:gridCol w="3916823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Probability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Talent retention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Equity refresh program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Exchange rate volatility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Currency hedging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AI regulatory changes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Legal monitoring team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Supply chain delays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Dual vendor strategy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61987" y="159791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87" y="159791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6307" y="180365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9227" y="162534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CompetitorA leads with 32% share (32)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7" y="242087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87" y="242087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6307" y="262661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9227" y="244830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Net Revenue Retention leads in Key Metrics at 118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7" y="324383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7" y="324383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6307" y="344957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9227" y="327126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Us (EZ-Deck) leads in Growth Rate at 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87" y="406679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1987" y="406679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6307" y="427253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9227" y="409422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Us (EZ-Deck) leads in NPS Score at 72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987" y="488975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1987" y="488975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6307" y="509549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9227" y="491718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Net Revenue Retention outperforms Monthly churn rate by 98.3x (118 vs 1.2)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