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reviews our Q3 2025 performance across revenue, product, and market metrics. We will highlight key wins and outline strategic priorities for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cover revenue, key metrics, product launches, and market positioning. The session concludes with financial outlooks and risk mitigation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revenue reached $4.2M with strong retention metrics. While CompetitorA holds the largest share, our growth rate and NPS scores remain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achieved $4.2M in revenue with a 23% growth rate. Our Net Revenue Retention of 118 significantly outpaces industry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visualizes our strong NRR of 118 against a low churn of 1.2. Our NPS and growth rates also demonstrate market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successfully launched Platform 3.0 and initiated the AI Features Beta. The process now focuses on gathering user feedback for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Although CompetitorA leads with 32% share, EZ-Deck holds the highest growth rate at 23%. Our NPS score of 72 also tops the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chart illustrates the current market distribution. CompetitorA dominates, but we hold a significant 18% share with high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Financially, we project continued growth with optimized costs. Simultaneously, we are expanding our team to support scaling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Q4 priorities focus on talent and product expansion. We must mitigate risks like retention and technical debt to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identified key risks including talent retention and technical debt. Specific mitigation strategies like equity refreshes are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we lead in growth and retention despite lower market share. Our high NPS and retention metrics position us for strong Q4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Q3 2025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Review and Outlook</a:t>
            </a:r>
          </a:p>
          <a:p>
            <a:r>
              <a:rPr sz="1400">
                <a:solidFill>
                  <a:srgbClr val="666666"/>
                </a:solidFill>
                <a:latin typeface="Calibri"/>
              </a:rPr>
              <a:t>
Executive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Key Performance Metrics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Development Updates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Market Position Analysis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Financial Outlook &amp;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CompetitorA leads market share at 32%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Net Revenue Retention outperforms churn by 98.3x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EZ-Deck leads growth rate at 23%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$4.2M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Revenue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$4.2M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67" y="3563874"/>
            <a:ext cx="37387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77777"/>
                </a:solidFill>
                <a:latin typeface="Calibri"/>
              </a:rPr>
              <a:t>Q3 2025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23%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Growth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6454" y="3563874"/>
            <a:ext cx="37387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77777"/>
                </a:solidFill>
                <a:latin typeface="Calibri"/>
              </a:rPr>
              <a:t>Highest in sector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40" y="3563874"/>
            <a:ext cx="37387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77777"/>
                </a:solidFill>
                <a:latin typeface="Calibri"/>
              </a:rPr>
              <a:t>Net Revenue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Metrics Comparison</a:t>
            </a:r>
          </a:p>
        </p:txBody>
      </p:sp>
      <p:pic>
        <p:nvPicPr>
          <p:cNvPr id="3" name="bar_chart" descr="Bar chart: Key Performance Indicato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Development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44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Platform 3.0 Launch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Full release of core platform features</a:t>
            </a:r>
          </a:p>
        </p:txBody>
      </p:sp>
      <p:sp>
        <p:nvSpPr>
          <p:cNvPr id="4" name="Oval 3"/>
          <p:cNvSpPr/>
          <p:nvPr/>
        </p:nvSpPr>
        <p:spPr>
          <a:xfrm>
            <a:off x="270342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38447" y="3856481"/>
            <a:ext cx="54864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284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AI Features Beta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Testing advanced AI capabilities</a:t>
            </a:r>
          </a:p>
        </p:txBody>
      </p:sp>
      <p:sp>
        <p:nvSpPr>
          <p:cNvPr id="7" name="Oval 6"/>
          <p:cNvSpPr/>
          <p:nvPr/>
        </p:nvSpPr>
        <p:spPr>
          <a:xfrm>
            <a:off x="590382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38847" y="3856481"/>
            <a:ext cx="54864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324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User Feedback Loop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Iterating based on early adopter data</a:t>
            </a:r>
          </a:p>
        </p:txBody>
      </p:sp>
      <p:sp>
        <p:nvSpPr>
          <p:cNvPr id="10" name="Oval 9"/>
          <p:cNvSpPr/>
          <p:nvPr/>
        </p:nvSpPr>
        <p:spPr>
          <a:xfrm>
            <a:off x="910422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Position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695194"/>
          <a:ext cx="11216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9007"/>
                <a:gridCol w="3059007"/>
                <a:gridCol w="2804089"/>
                <a:gridCol w="2294255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Market Share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Growth Rate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NPS Score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Us (EZ-Deck)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+23%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CompetitorA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+15%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CompetitorB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CompetitorC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+5%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Share Distribution</a:t>
            </a:r>
          </a:p>
        </p:txBody>
      </p:sp>
      <p:pic>
        <p:nvPicPr>
          <p:cNvPr id="3" name="pie_chart" descr="Pie chart: Market Share by Competi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Financial Outlook &amp; Team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460754"/>
            <a:ext cx="53795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Financial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" y="1963674"/>
            <a:ext cx="537957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100834"/>
            <a:ext cx="53795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Projected Q4 revenue increase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Cost optimization initiatives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Investment in R&amp;D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460754"/>
            <a:ext cx="53795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Team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963674"/>
            <a:ext cx="537957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2100834"/>
            <a:ext cx="53795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Hiring 15 new engineers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Expanding sales team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Onboarding leadership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Priorities vs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7667" y="1460754"/>
            <a:ext cx="4486543" cy="54864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Strategic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17483" y="1460754"/>
            <a:ext cx="4486543" cy="54864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Key Risks</a:t>
            </a:r>
          </a:p>
        </p:txBody>
      </p:sp>
      <p:sp>
        <p:nvSpPr>
          <p:cNvPr id="7" name="Oval 6"/>
          <p:cNvSpPr/>
          <p:nvPr/>
        </p:nvSpPr>
        <p:spPr>
          <a:xfrm>
            <a:off x="5821527" y="1460754"/>
            <a:ext cx="548640" cy="54864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2146553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Hiring top engineers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4211" y="2146553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Talent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17483" y="2146553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Retention challenges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2859785"/>
            <a:ext cx="4486543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AI Feature rollout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211" y="2859785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7483" y="2859785"/>
            <a:ext cx="4486543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Technical debt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3573018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Expand share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4211" y="3573018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7483" y="3573018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Competitor price wars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Risk Mitigation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907"/>
                <a:gridCol w="1121635"/>
                <a:gridCol w="2056332"/>
                <a:gridCol w="467348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Probability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Talent retention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Equity refresh program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Technical debt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Dedicated refactor sprint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Competitor pricing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Value-based marketing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Supply chain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Diversify vendors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CompetitorA leads with 32% market share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Net Revenue Retention leads at 118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EZ-Deck leads growth rate at 23%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EZ-Deck leads NPS Score at 72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NRR outperforms churn by 98.3x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