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outlines the global e-commerce landscape for 2025. We will explore regional performance, emerging technologies,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cover seven key areas including regional data and technology trends. The session concludes with actionable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global market reached $6.3 trillion in 2025. Asia Pacific dominates the landscape while emerging regions show rapid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Asia Pacific holds nearly half the global market share. North America follows with a significant 30.2% portion.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Middle East and Africa leads growth at 28.7% annually. Asia Pacific maintains steady double-digit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categories drive the majority of new sales volume. Sustainability and health remain primary consumer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drives hyper-personalization across the customer journey. This technology significantly boosts conversion rates and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Social platforms are becoming primary sales channels. Live streaming and influencers drive immediate purchase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 reduces return rates by improving product visualization. Customers can virtually test products before buying.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wallets lead adoption at 52% globally. Cryptocurrency shows high average order value despite low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Logistics focus shifts to speed and reliability. Security risks remain a critical challenge for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Asia Pacific and emerging markets for growth. Prioritize digital payments and secure logistics infrastructure.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Global E-Commerce Market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Insights and Future Outlook</a:t>
            </a:r>
          </a:p>
          <a:p>
            <a:r>
              <a:rPr sz="1400">
                <a:solidFill>
                  <a:srgbClr val="666666"/>
                </a:solidFill>
                <a:latin typeface="Calibri"/>
              </a:rPr>
              <a:t>
Market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Executive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Regional Revenue Breakdown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Growth Categories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Emerging Technologies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Payment Innovation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 and Challenges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Asia Pacific leads with 49.2% market share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Top two regions control 68% of total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Middle East &amp; Africa shows highest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$6.3T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Regional Revenue Breakdown</a:t>
            </a:r>
          </a:p>
        </p:txBody>
      </p:sp>
      <p:pic>
        <p:nvPicPr>
          <p:cNvPr id="3" name="bar_chart" descr="Bar chart: Global E-Commerce Revenue by Reg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YoY Growth Trends</a:t>
            </a:r>
          </a:p>
        </p:txBody>
      </p:sp>
      <p:pic>
        <p:nvPicPr>
          <p:cNvPr id="3" name="line_chart" descr="Line chart: Year-over-Year Growth Ra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Top Growth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Electronics and Smart Devices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Sustainable Fashion and Apparel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Health and Wellness Products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Home Improvement and Decor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Pet Care and Supplies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AI-Powered Personalization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Real-time product recommendations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Dynamic pricing optimization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Predictive inventory management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Chatbot customer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Social Commerce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In-app checkout integration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Influencer-driven product discovery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Live streaming shopping events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User-generated content marketing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Augmented Reality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Virtual try-on for fashion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3D furniture placement tools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Interactive product demonstrations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Enhanced mobile shopping apps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Payment Innovation Metrics</a:t>
            </a:r>
          </a:p>
        </p:txBody>
      </p:sp>
      <p:pic>
        <p:nvPicPr>
          <p:cNvPr id="3" name="bar_chart" descr="Bar chart: Payment Method Performa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Same-day delivery expansion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Last-mile optimization strategies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Supply chain disruption risks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Cybersecurity and data privacy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Asia Pacific leads with 49.2% share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Digital Wallets lead adoption at 52%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two regions control 68% total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Middle East &amp; Africa growth at 28.7%</a:t>
            </a:r>
          </a:p>
        </p:txBody>
      </p:sp>
      <p:sp>
        <p:nvSpPr>
          <p:cNvPr id="12" name="Oval 11"/>
          <p:cNvSpPr/>
          <p:nvPr/>
        </p:nvSpPr>
        <p:spPr>
          <a:xfrm>
            <a:off x="761987" y="456971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67" y="456971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Crypto leads Avg Order Value at $285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