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outlines our Q3 2025 performance across revenue, product, and market position. We will review key metrics and strategic priorities for the upcoming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cover revenue, key metrics, and product updates before analyzing market position. The session concludes with financial outlook and Q4 strategic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revenue reached $4.2M with strong retention metrics. While CompetitorA holds the largest share, our growth rate and NPS remain superior.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growth was driven by enterprise expansion and optimized acquisition costs. These factors contributed to our record-breaking Q3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Net Revenue Retention of 118% significantly outperforms the monthly churn rate. Engagement and lifetime value metrics also show positive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3.0 launched successfully with immediate scalability improvements. We have also initiated beta testing for new AI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CompetitorA leads the market with 32% share, while we hold 18%. This chart visualizes the competitive landscape across all major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lead in both growth rate at 23% and NPS score at 72. CompetitorA trails us significantly in customer satisfaction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projections for Q4 indicate a 15% revenue increase. We are optimizing expenses to support this growth while maintaining positive cash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expanded engineering headcount by 20% and completed sales onboarding. Retention programs are yielding positive results across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 priorities include accelerating AI rollout and expanding enterprise channels. We are also addressing talent retention and security risks proactively.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takeaways highlight our superior growth and retention metrics despite CompetitorA's market share lead. We are well-positioned for Q4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Q3 2025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Review &amp; Outlook</a:t>
            </a:r>
          </a:p>
          <a:p>
            <a:r>
              <a:rPr sz="1400">
                <a:solidFill>
                  <a:srgbClr val="666666"/>
                </a:solidFill>
                <a:latin typeface="Calibri"/>
              </a:rPr>
              <a:t>
Executive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Key Metrics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Development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Market Position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Financial Outlook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Strategic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CompetitorA leads market share at 32%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Net Revenue Retention outperforms churn by 98.3x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EZ-Deck leads growth rate at 23%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0939" y="5164074"/>
            <a:ext cx="6729815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Metric: $4.2M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Record quarterly revenue growth achieved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Enterprise segment expansion continues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New customer acquisition costs lowered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Net Revenue Retention at 118%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Monthly churn rate remains low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Customer lifetime value increased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Active user engagement 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Platform 3.0 launch completed successfully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AI features beta testing initiated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User feedback integration ongoing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Scalability improvements deployed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Market Position</a:t>
            </a:r>
          </a:p>
        </p:txBody>
      </p:sp>
      <p:pic>
        <p:nvPicPr>
          <p:cNvPr id="3" name="bar_chart" descr="Bar chart: Market Share Compari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Growth &amp; NPS Scores</a:t>
            </a:r>
          </a:p>
        </p:txBody>
      </p:sp>
      <p:pic>
        <p:nvPicPr>
          <p:cNvPr id="3" name="bar_chart" descr="Bar chart: Growth Rate and N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Financial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Projected revenue increase of 15%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Operating expenses optimized for scale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Cash flow remains positive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Team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Engineering headcount expanded by 20%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Sales team onboarding completed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Retention programs showing results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Diversity initiatives progressing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Priorities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Accelerate AI feature rollout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Expand enterprise sales channels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Mitigate talent retention risks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Enhance platform security protocols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CompetitorA leads market share at 32%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Net Revenue Retention leads at 118%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EZ-Deck leads growth rate at 23%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EZ-Deck leads NPS score at 72</a:t>
            </a:r>
          </a:p>
        </p:txBody>
      </p:sp>
      <p:sp>
        <p:nvSpPr>
          <p:cNvPr id="12" name="Oval 11"/>
          <p:cNvSpPr/>
          <p:nvPr/>
        </p:nvSpPr>
        <p:spPr>
          <a:xfrm>
            <a:off x="761987" y="456971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067" y="456971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Retention outperforms churn by 98.3x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