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Team Offsite Agenda. Let's align on priorities and plan for a productive offsite.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review the agenda to ensure we're all aligned on the offsite structure and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offsite aims to align teams on priorities and improve cohesion, with customer insights showing positive NPS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the offsite schedule to understand the timeline and activities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reviewing the product roadmap and aligning on feature priorities for H2.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engineering goals include technical debt reduction and pipeline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NPS has increased to 72, reflecting positive feedback and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logistics details to ensure all participants are aware of the setup and remote access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outcomes include finalized roadmaps, selected projects, and updated OKRs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takeaways include team alignment, cohesion, customer insights, and collaboration 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Team Offsite 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Purpose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Schedule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Roadmap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Engineering Excellence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Customer Insights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Expected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369313"/>
            <a:ext cx="56081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81BD"/>
                </a:solidFill>
                <a:latin typeface="Calibri"/>
              </a:rPr>
              <a:t>NPS increased to 72 from 65 last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7" y="2558034"/>
            <a:ext cx="56081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999999"/>
                </a:solidFill>
                <a:latin typeface="Calibri"/>
              </a:rPr>
              <a:t>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292379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2438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1981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Align product and engineering teams on H2 priorities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9296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8839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Build team cohesion through collaborative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Schedule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June 15-17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Mountain View campus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460754"/>
            <a:ext cx="53338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Activities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70167" y="1963674"/>
            <a:ext cx="533385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0167" y="2100834"/>
            <a:ext cx="533385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Day 1: Strategy and breakout sessions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Day 2: Hackathon and showcase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Day 3: Team building and 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Roadmap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Review H2 product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Prioritize features based on customer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Align on market analysis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Engineering Excellence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Reduce technical debt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Improve CI/CD pipelines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Adopt new testing frameworks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Customer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547" y="1552194"/>
            <a:ext cx="10850599" cy="4197096"/>
          </a:xfrm>
          <a:prstGeom prst="roundRect">
            <a:avLst/>
          </a:prstGeom>
          <a:solidFill>
            <a:srgbClr val="DF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47" y="1552194"/>
            <a:ext cx="1085059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7707" y="1826514"/>
            <a:ext cx="10576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2E86AB"/>
                </a:solidFill>
                <a:latin typeface="Calibri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07" y="3106674"/>
            <a:ext cx="1057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4444"/>
                </a:solidFill>
                <a:latin typeface="Calibri"/>
              </a:rPr>
              <a:t>NPS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7707" y="3609594"/>
            <a:ext cx="1057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  <a:latin typeface="Calibri"/>
              </a:rPr>
              <a:t>Up from 65 last quarter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92"/>
                <a:gridCol w="7825367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Building 42, Conference Center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Capacity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50 people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Catering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Breakfast and lunch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Remote Access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Zoom bridge available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Finalized H2 roadmap with owner assignments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Three hackathon projects selected for incubation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Updated team OKRs for Q3 and Q4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Cross-team collaboration agreements established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^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Align teams on H2 priorities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Enhance team cohesion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Leverage customer insights for roadmap decisions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Establish cross-team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