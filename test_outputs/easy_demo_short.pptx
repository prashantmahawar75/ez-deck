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our strategic offsite focused on alignment. We will cover our roadmap, engineering goals, and customer insights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move through five key sections today. Each section includes discussion and actionable planning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summary highlights our primary goals for the day. We aim to achieve full team alignment on key initiatives.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purpose is to align on strategy and execution. We will address gaps and deepen our customer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schedule balances work sessions with team building. We start with strategy and end with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review the upcoming product milestones in detail. Focus areas include feature launches and feedback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Engineering excellence requires process improvements and automation. We will discuss reducing technical debt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 insights drive our product decisions. We will analyze data to identify key pain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Logistics are finalized for a smooth experience. Please check your dietary requirements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expect to leave with clear deliverables. These include an approved roadmap and action plans.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metrics define our success for the quarter. We aim for high satisfaction and reduced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achieved alignment and defined our path forward. Let's execute these plans with focus and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libri"/>
              </a:rPr>
              <a:t>Team Offsite Agenda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Aligning Vision, Roadmap, and Execution</a:t>
            </a:r>
          </a:p>
          <a:p>
            <a:r>
              <a:rPr sz="1400">
                <a:solidFill>
                  <a:srgbClr val="666666"/>
                </a:solidFill>
                <a:latin typeface="Calibri"/>
              </a:rPr>
              <a:t>
Leadership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670547" y="164363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915" y="164363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Purpose &amp; Objectives</a:t>
            </a:r>
          </a:p>
        </p:txBody>
      </p:sp>
      <p:sp>
        <p:nvSpPr>
          <p:cNvPr id="6" name="Oval 5"/>
          <p:cNvSpPr/>
          <p:nvPr/>
        </p:nvSpPr>
        <p:spPr>
          <a:xfrm>
            <a:off x="670547" y="22379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915" y="22379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Product Roadmap Review</a:t>
            </a:r>
          </a:p>
        </p:txBody>
      </p:sp>
      <p:sp>
        <p:nvSpPr>
          <p:cNvPr id="8" name="Oval 7"/>
          <p:cNvSpPr/>
          <p:nvPr/>
        </p:nvSpPr>
        <p:spPr>
          <a:xfrm>
            <a:off x="670547" y="28323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915" y="28323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Engineering Excellence</a:t>
            </a:r>
          </a:p>
        </p:txBody>
      </p:sp>
      <p:sp>
        <p:nvSpPr>
          <p:cNvPr id="10" name="Oval 9"/>
          <p:cNvSpPr/>
          <p:nvPr/>
        </p:nvSpPr>
        <p:spPr>
          <a:xfrm>
            <a:off x="670547" y="342671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8915" y="342671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Customer Insights</a:t>
            </a:r>
          </a:p>
        </p:txBody>
      </p:sp>
      <p:sp>
        <p:nvSpPr>
          <p:cNvPr id="12" name="Oval 11"/>
          <p:cNvSpPr/>
          <p:nvPr/>
        </p:nvSpPr>
        <p:spPr>
          <a:xfrm>
            <a:off x="670547" y="402107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8915" y="402107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Logistics &amp;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1987" y="1460754"/>
            <a:ext cx="10667719" cy="3456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Align team on strategic priorities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Review product roadmap milestones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Address engineering excellence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0939" y="5164074"/>
            <a:ext cx="6729815" cy="64008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Key Metric: 100% Team Alignment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Align on strategic priorities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Review product roadmap milestones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Address engineering excellence gaps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Deepen customer understanding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Finalize logistics and next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Morning: Strategic alignment session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Afternoon: Roadmap and engineering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Evening: Team building activity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Launch feature set Alpha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Beta testing for new module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Q4 release planning finalized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Customer feedback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Engineering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Improve code review processes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Reduce technical debt significantly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Automate testing pipelines fully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Enhance documentation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Analyze recent survey data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Identify top pain points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Prioritize feature requests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Map customer journey gaps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Venue: Mountain View Resort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Accommodation: Two nights stay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Transportation: Shuttle provided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Dietary requirements collected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Approved product roadmap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Engineering action plan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Customer priority list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Team alignment confirmed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Metrics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761987" y="164363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2067" y="164363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Clear strategic alignment achieved</a:t>
            </a:r>
          </a:p>
        </p:txBody>
      </p:sp>
      <p:sp>
        <p:nvSpPr>
          <p:cNvPr id="6" name="Oval 5"/>
          <p:cNvSpPr/>
          <p:nvPr/>
        </p:nvSpPr>
        <p:spPr>
          <a:xfrm>
            <a:off x="761987" y="237515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2067" y="237515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Roadmap milestones defined</a:t>
            </a:r>
          </a:p>
        </p:txBody>
      </p:sp>
      <p:sp>
        <p:nvSpPr>
          <p:cNvPr id="8" name="Oval 7"/>
          <p:cNvSpPr/>
          <p:nvPr/>
        </p:nvSpPr>
        <p:spPr>
          <a:xfrm>
            <a:off x="761987" y="310667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2067" y="310667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Engineering improvements planned</a:t>
            </a:r>
          </a:p>
        </p:txBody>
      </p:sp>
      <p:sp>
        <p:nvSpPr>
          <p:cNvPr id="10" name="Oval 9"/>
          <p:cNvSpPr/>
          <p:nvPr/>
        </p:nvSpPr>
        <p:spPr>
          <a:xfrm>
            <a:off x="761987" y="383819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2067" y="383819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Customer insights prioritized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