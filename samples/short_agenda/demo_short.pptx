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covers the key points from the document 'Team Offsite Agenda'.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will cover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the key insights from the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Product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Engineering Excellence.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Customer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Logistics.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top takeaways from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Team Offsite 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 168-word document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Purpose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Schedule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Roadmap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Engineering Excellence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Expected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Align the product and engineering teams on H2 priorities and build team cohesion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The offsite runs from June 15-17 at the Mountain View campus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We will review the product roadmap for H2 and prioritize features based on customer feedback and market analysis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Focus areas include reducing technical debt, improving CI/CD pipelines, and adopting new testing frameworks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Align the product and engineering teams on H2 priorities and build team cohesion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56081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56081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Numeric 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826514"/>
            <a:ext cx="56081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3015234"/>
            <a:ext cx="56081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Numeric Density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We will review the product roadmap for H2 and prioritize features based on custo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Engineering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Focus areas include reducing technical debt, improving CI/CD pipelines, and adop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Review NPS data and customer interview findings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Current NPS is 72, up from 65 last quarter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Location: Building 42, Conference Center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Capacity: 50 people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Catering: Breakfast and lunch provided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Remote participants: Zoom bridge 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Align the product and engineering teams on H2 priorities and build team cohesion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The offsite runs from June 15-17 at the Mountain View campus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We will review the product roadmap for H2 and prioritize features based on custo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Focus areas include reducing technical debt, improving CI/CD pipelines, and adop</a:t>
            </a:r>
          </a:p>
        </p:txBody>
      </p:sp>
      <p:sp>
        <p:nvSpPr>
          <p:cNvPr id="12" name="Oval 11"/>
          <p:cNvSpPr/>
          <p:nvPr/>
        </p:nvSpPr>
        <p:spPr>
          <a:xfrm>
            <a:off x="761987" y="456971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67" y="456971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Review NPS data and customer interview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