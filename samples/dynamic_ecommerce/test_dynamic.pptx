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'Global E-Commerce Market Analysis 2025'.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key insights from the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Executive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 chart showing Regional Revenue Breakdown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Top Growth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AI-Powered Personalization.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Social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Augmented Reality Shopping.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 chart showing Payment Innovation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Logistics and Fulfillment.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Challenges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Global E-Commerce Market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 486-word document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Executive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Regional Revenue Breakdown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Growth Categories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AI-Powered Personalization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Social Commerce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Augmented Reality Shopping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Payment Innovation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and Fulfillment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The global e-commerce market reached $6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Region Revenue (USD) Market Share YoY Growth Asia Pacific $3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Health &amp; Wellness: $820B, growing at 18% annually Sustainable Products: $340B, growing at 25% annually Digital Services:...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Machine learning algorithms now drive 35% of all product recommendations on major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$6.3 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The global e-commerce market reached $6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3 trillion in 2025, up from $5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8 trillion in 2024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Mobile commerce now accounts for 72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9% of all online transactions, driven by improved payment infrastructure and 5G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Regional Revenue Breakdown</a:t>
            </a:r>
          </a:p>
        </p:txBody>
      </p:sp>
      <p:pic>
        <p:nvPicPr>
          <p:cNvPr id="3" name="bar_chart" descr="Bar chart: Regional Revenue Breakdo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Top Growth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$820B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$340B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$1.1T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AI-Powered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Machine learning algorithms now drive 35% of all product recommendations on majo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Conversion rates for AI-personalized experiences are 2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5x higher than generic browsing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Social 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$350B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$280B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$190B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Augmented Reality Shopping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Payment Innovation</a:t>
            </a:r>
          </a:p>
        </p:txBody>
      </p:sp>
      <p:pic>
        <p:nvPicPr>
          <p:cNvPr id="3" name="bar_chart" descr="Bar chart: Payment Innov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and Fulfillment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$8.50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Challenges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$48B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31%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The global e-commerce market reached $6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 Revenue (USD) Market Share YoY Growth Asia Pacific $3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Health &amp; Wellness: $820B, growing at 18% annually Sustainable Products: $340B, g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Machine learning algorithms now drive 35% of all product recommendations on majo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Social media platforms generated $1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